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4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64592" cy="0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0" cy="164592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14816" y="164592"/>
            <a:ext cx="164592" cy="0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164592"/>
            <a:ext cx="0" cy="164592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8979408"/>
            <a:ext cx="164592" cy="0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8814816"/>
            <a:ext cx="0" cy="164592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14816" y="8979408"/>
            <a:ext cx="164592" cy="0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79408" y="8814816"/>
            <a:ext cx="0" cy="164592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65760"/>
            <a:ext cx="5486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CD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029200" y="411480"/>
            <a:ext cx="365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E8E9E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 / COVER · HOOK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0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¿RIGIDEZ</a:t>
            </a:r>
            <a:endParaRPr lang="en-US" sz="10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0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DE CADERA?</a:t>
            </a:r>
            <a:endParaRPr lang="en-US" sz="100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548640" cy="36576"/>
          </a:xfrm>
          <a:prstGeom prst="rect">
            <a:avLst/>
          </a:prstGeom>
          <a:solidFill>
            <a:srgbClr val="E8E9E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E9E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EL TEST QUE TODO FUTBOLISTA DEBE HACER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7315200"/>
            <a:ext cx="9144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→</a:t>
            </a:r>
            <a:endParaRPr lang="en-US" sz="50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7315200"/>
            <a:ext cx="36576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DESLIZA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8275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E8E9E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@CLAUDEDESIGN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14816" y="164592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164592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8979408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8814816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14816" y="8979408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79408" y="8814816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65760"/>
            <a:ext cx="5486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CD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029200" y="411480"/>
            <a:ext cx="365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 / TIP · NUMBERED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1645920"/>
            <a:ext cx="4206240" cy="420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2000" b="1" dirty="0">
                <a:solidFill>
                  <a:srgbClr val="1C40E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01</a:t>
            </a:r>
            <a:endParaRPr lang="en-US" sz="32000" dirty="0"/>
          </a:p>
        </p:txBody>
      </p:sp>
      <p:sp>
        <p:nvSpPr>
          <p:cNvPr id="13" name="Shape 11"/>
          <p:cNvSpPr/>
          <p:nvPr/>
        </p:nvSpPr>
        <p:spPr>
          <a:xfrm>
            <a:off x="4663440" y="1828800"/>
            <a:ext cx="0" cy="411480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1828800"/>
            <a:ext cx="402336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0000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MOVILIDAD</a:t>
            </a:r>
            <a:endParaRPr lang="en-US" sz="56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606040"/>
            <a:ext cx="402336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0000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DE CADERA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4937760" y="365760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Sentadilla profunda con pies paralelos durante 60 segundos. Sin perder el talón. Si no llegas, ahí tienes tu primer trabajo.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" y="8641080"/>
            <a:ext cx="832104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8732520"/>
            <a:ext cx="2743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CLAUDE DESIGN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98080" y="8732520"/>
            <a:ext cx="12344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 / 08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64592" cy="0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0" cy="164592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14816" y="164592"/>
            <a:ext cx="164592" cy="0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164592"/>
            <a:ext cx="0" cy="164592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8979408"/>
            <a:ext cx="164592" cy="0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8814816"/>
            <a:ext cx="0" cy="164592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14816" y="8979408"/>
            <a:ext cx="164592" cy="0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79408" y="8814816"/>
            <a:ext cx="0" cy="164592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65760"/>
            <a:ext cx="5486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CD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029200" y="411480"/>
            <a:ext cx="365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E8E9E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 / STAT · HIGHLIGHT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280160"/>
            <a:ext cx="36576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EL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828800"/>
            <a:ext cx="8229600" cy="3840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0" b="1" dirty="0">
                <a:solidFill>
                  <a:srgbClr val="1C40E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83%</a:t>
            </a:r>
            <a:endParaRPr lang="en-US" sz="36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5943600"/>
            <a:ext cx="8229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DE LAS LESIONES MUSCULARES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822960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9E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OCURREN POR FALTA DE PREVENCIÓN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8229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A9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FUENTE: BJSM / 2024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14816" y="164592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164592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8979408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8814816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14816" y="8979408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79408" y="8814816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65760"/>
            <a:ext cx="5486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CD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029200" y="411480"/>
            <a:ext cx="365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 / COMPARE · A/B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914400"/>
            <a:ext cx="40233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8A8A95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ANTES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914400"/>
            <a:ext cx="40233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1C40E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DESPUÉS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457200" y="1554480"/>
            <a:ext cx="4023360" cy="60350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1828800"/>
            <a:ext cx="36576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LESIONES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606040"/>
            <a:ext cx="36576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RECURRENTES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40080" y="457200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9E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· Dolor de aductores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9E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· Sobrecargas constantes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9E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· Bajón de rendimiento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9E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· Tiempos sin entrenar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1554480"/>
            <a:ext cx="4023360" cy="6035040"/>
          </a:xfrm>
          <a:prstGeom prst="rect">
            <a:avLst/>
          </a:prstGeom>
          <a:solidFill>
            <a:srgbClr val="1C40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46320" y="1828800"/>
            <a:ext cx="36576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CUERPO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2606040"/>
            <a:ext cx="36576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PREPARADO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4846320" y="457200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9E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· Movilidad funcional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9E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· Fuerza específica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9E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· Plan individual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9E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· Cero pausas evitables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11480" y="8641080"/>
            <a:ext cx="832104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8732520"/>
            <a:ext cx="2743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CLAUDE DESIGN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98080" y="8732520"/>
            <a:ext cx="12344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 / 08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14816" y="164592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164592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8979408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8814816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14816" y="8979408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79408" y="8814816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65760"/>
            <a:ext cx="5486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CD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029200" y="411480"/>
            <a:ext cx="365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 / LIST · 3 KEYS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00000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3 CLAVES</a:t>
            </a:r>
            <a:endParaRPr lang="en-US" sz="7000" dirty="0"/>
          </a:p>
        </p:txBody>
      </p:sp>
      <p:sp>
        <p:nvSpPr>
          <p:cNvPr id="13" name="Text 11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40E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PARA NO LESIONARTE EN TEMPORADA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834640"/>
            <a:ext cx="146304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C40E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01</a:t>
            </a:r>
            <a:endParaRPr lang="en-US" sz="9000" dirty="0"/>
          </a:p>
        </p:txBody>
      </p:sp>
      <p:sp>
        <p:nvSpPr>
          <p:cNvPr id="15" name="Shape 13"/>
          <p:cNvSpPr/>
          <p:nvPr/>
        </p:nvSpPr>
        <p:spPr>
          <a:xfrm>
            <a:off x="2011680" y="2926080"/>
            <a:ext cx="0" cy="109728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86000" y="2926080"/>
            <a:ext cx="64008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00000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FUERZA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28600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Trabaja excéntricos 2 veces por semana, sin excusas.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343400"/>
            <a:ext cx="146304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C40E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02</a:t>
            </a:r>
            <a:endParaRPr lang="en-US" sz="9000" dirty="0"/>
          </a:p>
        </p:txBody>
      </p:sp>
      <p:sp>
        <p:nvSpPr>
          <p:cNvPr id="19" name="Shape 17"/>
          <p:cNvSpPr/>
          <p:nvPr/>
        </p:nvSpPr>
        <p:spPr>
          <a:xfrm>
            <a:off x="2011680" y="4434840"/>
            <a:ext cx="0" cy="109728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86000" y="4434840"/>
            <a:ext cx="64008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00000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MOVILIDAD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286000" y="4983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10 min de cadera, tobillos y aductores antes de cada sesión.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5852160"/>
            <a:ext cx="146304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C40E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03</a:t>
            </a:r>
            <a:endParaRPr lang="en-US" sz="9000" dirty="0"/>
          </a:p>
        </p:txBody>
      </p:sp>
      <p:sp>
        <p:nvSpPr>
          <p:cNvPr id="23" name="Shape 21"/>
          <p:cNvSpPr/>
          <p:nvPr/>
        </p:nvSpPr>
        <p:spPr>
          <a:xfrm>
            <a:off x="2011680" y="5943600"/>
            <a:ext cx="0" cy="109728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286000" y="5943600"/>
            <a:ext cx="64008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00000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RECUPERACIÓN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2286000" y="6492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7-9 horas de sueño + nutrición. Lo demás es accesorio.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1480" y="8641080"/>
            <a:ext cx="832104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8732520"/>
            <a:ext cx="2743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CLAUDE DESIGN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98080" y="8732520"/>
            <a:ext cx="12344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 / 08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4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64592" cy="0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0" cy="164592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14816" y="164592"/>
            <a:ext cx="164592" cy="0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164592"/>
            <a:ext cx="0" cy="164592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8979408"/>
            <a:ext cx="164592" cy="0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8814816"/>
            <a:ext cx="0" cy="164592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14816" y="8979408"/>
            <a:ext cx="164592" cy="0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79408" y="8814816"/>
            <a:ext cx="0" cy="164592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65760"/>
            <a:ext cx="5486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CD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029200" y="411480"/>
            <a:ext cx="365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E8E9E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06 / QUOTE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914400"/>
            <a:ext cx="2286000" cy="228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00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“</a:t>
            </a:r>
            <a:endParaRPr lang="en-US" sz="20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291840"/>
            <a:ext cx="822960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EL CUERPO NO SE ROMPE</a:t>
            </a:r>
            <a:endParaRPr lang="en-US" sz="5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114800"/>
            <a:ext cx="822960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POR ENTRENAR.</a:t>
            </a:r>
            <a:endParaRPr lang="en-US" sz="5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5029200"/>
            <a:ext cx="822960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SE ROMPE POR</a:t>
            </a:r>
            <a:endParaRPr lang="en-US" sz="5600" dirty="0"/>
          </a:p>
        </p:txBody>
      </p:sp>
      <p:sp>
        <p:nvSpPr>
          <p:cNvPr id="16" name="Shape 14"/>
          <p:cNvSpPr/>
          <p:nvPr/>
        </p:nvSpPr>
        <p:spPr>
          <a:xfrm>
            <a:off x="457200" y="5897880"/>
            <a:ext cx="4937760" cy="914400"/>
          </a:xfrm>
          <a:prstGeom prst="rect">
            <a:avLst/>
          </a:prstGeom>
          <a:solidFill>
            <a:srgbClr val="E8E9E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5852160"/>
            <a:ext cx="493776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000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ENTRENAR MAL.</a:t>
            </a:r>
            <a:endParaRPr lang="en-US" sz="5600" dirty="0"/>
          </a:p>
        </p:txBody>
      </p:sp>
      <p:sp>
        <p:nvSpPr>
          <p:cNvPr id="18" name="Shape 16"/>
          <p:cNvSpPr/>
          <p:nvPr/>
        </p:nvSpPr>
        <p:spPr>
          <a:xfrm>
            <a:off x="457200" y="7040880"/>
            <a:ext cx="457200" cy="36576"/>
          </a:xfrm>
          <a:prstGeom prst="rect">
            <a:avLst/>
          </a:prstGeom>
          <a:solidFill>
            <a:srgbClr val="E8E9E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7178040"/>
            <a:ext cx="54864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E9E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LUIS BAÑUELOS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7589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E8E9E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PREPARADOR FÍSICO · LB PERFORMANCE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64592" cy="0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0" cy="164592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14816" y="164592"/>
            <a:ext cx="164592" cy="0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164592"/>
            <a:ext cx="0" cy="164592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8979408"/>
            <a:ext cx="164592" cy="0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8814816"/>
            <a:ext cx="0" cy="164592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14816" y="8979408"/>
            <a:ext cx="164592" cy="0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79408" y="8814816"/>
            <a:ext cx="0" cy="164592"/>
          </a:xfrm>
          <a:prstGeom prst="line">
            <a:avLst/>
          </a:prstGeom>
          <a:noFill/>
          <a:ln w="15240">
            <a:solidFill>
              <a:srgbClr val="E8E9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65760"/>
            <a:ext cx="5486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CD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029200" y="411480"/>
            <a:ext cx="365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E8E9E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07 / PHOTO · CTA OVERLAY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914400"/>
            <a:ext cx="8229600" cy="5943600"/>
          </a:xfrm>
          <a:prstGeom prst="rect">
            <a:avLst/>
          </a:prstGeom>
          <a:solidFill>
            <a:srgbClr val="0A1742"/>
          </a:solidFill>
          <a:ln w="12700">
            <a:solidFill>
              <a:srgbClr val="E8E9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8A8A9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[ IMAGEN — atleta en acción ]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5212080"/>
            <a:ext cx="8229600" cy="1645920"/>
          </a:xfrm>
          <a:prstGeom prst="rect">
            <a:avLst/>
          </a:prstGeom>
          <a:solidFill>
            <a:srgbClr val="000000">
              <a:alpha val="75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5349240"/>
            <a:ext cx="768096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ENTRENA COMO</a:t>
            </a:r>
            <a:endParaRPr lang="en-US" sz="38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989320"/>
            <a:ext cx="768096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1C40E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LOS QUE GANAN.</a:t>
            </a:r>
            <a:endParaRPr lang="en-US" sz="38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7040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E8E9E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CLAUDE DESIGN · DISEÑO PARA EL DEPORTE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8641080"/>
            <a:ext cx="8321040" cy="0"/>
          </a:xfrm>
          <a:prstGeom prst="line">
            <a:avLst/>
          </a:prstGeom>
          <a:noFill/>
          <a:ln w="9525">
            <a:solidFill>
              <a:srgbClr val="E8E9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8732520"/>
            <a:ext cx="2743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E9E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CLAUDE DESIGN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98080" y="8732520"/>
            <a:ext cx="12344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E8E9E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07 / 08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14816" y="164592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164592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8979408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8814816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14816" y="8979408"/>
            <a:ext cx="16459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79408" y="8814816"/>
            <a:ext cx="0" cy="16459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65760"/>
            <a:ext cx="5486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CD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029200" y="411480"/>
            <a:ext cx="365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08 / CTA · FINAL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280160"/>
            <a:ext cx="822960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0000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¿LISTO</a:t>
            </a:r>
            <a:endParaRPr lang="en-US" sz="1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468880"/>
            <a:ext cx="822960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0000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PARA SUBIR</a:t>
            </a:r>
            <a:endParaRPr lang="en-US" sz="1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C40E0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DE NIVEL?</a:t>
            </a:r>
            <a:endParaRPr lang="en-US" sz="11000" dirty="0"/>
          </a:p>
        </p:txBody>
      </p:sp>
      <p:sp>
        <p:nvSpPr>
          <p:cNvPr id="15" name="Shape 13"/>
          <p:cNvSpPr/>
          <p:nvPr/>
        </p:nvSpPr>
        <p:spPr>
          <a:xfrm>
            <a:off x="457200" y="5669280"/>
            <a:ext cx="4572000" cy="868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5669280"/>
            <a:ext cx="457200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E8E9EC"/>
                </a:solidFill>
                <a:latin typeface="Big Shoulders" pitchFamily="34" charset="0"/>
                <a:ea typeface="Big Shoulders" pitchFamily="34" charset="-122"/>
                <a:cs typeface="Big Shoulders" pitchFamily="34" charset="-120"/>
              </a:rPr>
              <a:t>RESERVA TU PLAZA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" y="6949440"/>
            <a:ext cx="82296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WWW.CLAUDEDESIGN.ES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8641080"/>
            <a:ext cx="832104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8732520"/>
            <a:ext cx="2743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CLAUDE DESIGN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98080" y="8732520"/>
            <a:ext cx="12344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08 / 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Design — Instagram Carrusel Templates</dc:title>
  <dc:subject>PptxGenJS Presentation</dc:subject>
  <dc:creator>Claude Design</dc:creator>
  <cp:lastModifiedBy>Claude Design</cp:lastModifiedBy>
  <cp:revision>1</cp:revision>
  <dcterms:created xsi:type="dcterms:W3CDTF">2026-05-06T13:12:34Z</dcterms:created>
  <dcterms:modified xsi:type="dcterms:W3CDTF">2026-05-06T13:12:34Z</dcterms:modified>
</cp:coreProperties>
</file>