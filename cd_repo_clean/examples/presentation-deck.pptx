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 · 2026 · CAPABILITIES DECK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371600"/>
            <a:ext cx="5029200" cy="4480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3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463040"/>
            <a:ext cx="594360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CLAUDE</a:t>
            </a:r>
            <a:endParaRPr lang="en-US" sz="90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606040"/>
            <a:ext cx="594360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DESIGN.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5852160" y="4023360"/>
            <a:ext cx="59436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Diseño visual para el deporte.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52160" y="4480560"/>
            <a:ext cx="5943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Carruseles, identidad y web para clubes,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4846320"/>
            <a:ext cx="5943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atletas y marcas que compiten al máximo nivel.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QUIÉN SOMOS · ABOUT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ESTUDIO DE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9456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DISEÑO ENFOCADO</a:t>
            </a:r>
            <a:endParaRPr lang="en-US" sz="6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EN DEPORTE.</a:t>
            </a:r>
            <a:endParaRPr lang="en-US" sz="6400" dirty="0"/>
          </a:p>
        </p:txBody>
      </p:sp>
      <p:sp>
        <p:nvSpPr>
          <p:cNvPr id="16" name="Shape 14"/>
          <p:cNvSpPr/>
          <p:nvPr/>
        </p:nvSpPr>
        <p:spPr>
          <a:xfrm>
            <a:off x="7955280" y="1371600"/>
            <a:ext cx="3840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554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Llevamos años en el rendimiento deportivo. Sabemos lo que mueve a un atleta, a un club y a una marca de performance.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108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Diseñamos lo que ese mundo necesita: carruseles que enseñan, webs que venden, identidades que duran.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5029200"/>
            <a:ext cx="914400" cy="0"/>
          </a:xfrm>
          <a:prstGeom prst="line">
            <a:avLst/>
          </a:prstGeom>
          <a:noFill/>
          <a:ln w="19050">
            <a:solidFill>
              <a:srgbClr val="1C4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40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BASE: ESPAÑA ·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SERVICIOS · WHAT WE DO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LO QUE HACEMOS.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2697480" cy="393192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1752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CARRUSELES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INSTAGRAM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73152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54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Plantillas y posts diseñados para educar y convertir.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377440"/>
            <a:ext cx="2697480" cy="3931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01752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WEB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65760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DESIGN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474720" y="4572000"/>
            <a:ext cx="73152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754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Webs rápidas, claras, deportivas. Para entrenar y contratar.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2697480" cy="393192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01752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IDENTIDAD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65760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VISUAL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6309360" y="4572000"/>
            <a:ext cx="73152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754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Logos, paletas y guías para clubes, atletas y marcas.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61120" y="2377440"/>
            <a:ext cx="2697480" cy="3931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01752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STORIES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657600"/>
            <a:ext cx="233172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&amp; ADS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9144000" y="4572000"/>
            <a:ext cx="73152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47548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Piezas verticales para campañas y captación.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PROCESO · HOW WE WORK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CÓMO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0312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TRABAJAMOS.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1371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01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242316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983480"/>
            <a:ext cx="2697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BRIEF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Entendemos atleta, club o marca.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931920"/>
            <a:ext cx="1371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02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3291840" y="4846320"/>
            <a:ext cx="242316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4983480"/>
            <a:ext cx="2697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CONCEPTO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0" y="54864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Definimos voz visual y dirección.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931920"/>
            <a:ext cx="1371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03</a:t>
            </a:r>
            <a:endParaRPr lang="en-US" sz="5600" dirty="0"/>
          </a:p>
        </p:txBody>
      </p:sp>
      <p:sp>
        <p:nvSpPr>
          <p:cNvPr id="24" name="Shape 22"/>
          <p:cNvSpPr/>
          <p:nvPr/>
        </p:nvSpPr>
        <p:spPr>
          <a:xfrm>
            <a:off x="6126480" y="4846320"/>
            <a:ext cx="242316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4983480"/>
            <a:ext cx="2697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DISEÑO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54864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Piezas listas para publicar.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931920"/>
            <a:ext cx="1371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04</a:t>
            </a:r>
            <a:endParaRPr lang="en-US" sz="5600" dirty="0"/>
          </a:p>
        </p:txBody>
      </p:sp>
      <p:sp>
        <p:nvSpPr>
          <p:cNvPr id="28" name="Shape 26"/>
          <p:cNvSpPr/>
          <p:nvPr/>
        </p:nvSpPr>
        <p:spPr>
          <a:xfrm>
            <a:off x="8961120" y="4846320"/>
            <a:ext cx="242316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0" y="4983480"/>
            <a:ext cx="2697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ENTREGA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61120" y="54864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Plantillas + manual para que sigas tú.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RESULTADOS · STATS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LOS NÚMEROS.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43200"/>
            <a:ext cx="365760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120+</a:t>
            </a:r>
            <a:endParaRPr lang="en-US" sz="130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91440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PIEZAS DISEÑADAS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743200"/>
            <a:ext cx="365760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18</a:t>
            </a:r>
            <a:endParaRPr lang="en-US" sz="13000" dirty="0"/>
          </a:p>
        </p:txBody>
      </p:sp>
      <p:sp>
        <p:nvSpPr>
          <p:cNvPr id="18" name="Shape 16"/>
          <p:cNvSpPr/>
          <p:nvPr/>
        </p:nvSpPr>
        <p:spPr>
          <a:xfrm>
            <a:off x="4389120" y="4937760"/>
            <a:ext cx="91440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507492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CLIENTES DEPORTIVOS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43200"/>
            <a:ext cx="365760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+47%</a:t>
            </a:r>
            <a:endParaRPr lang="en-US" sz="13000" dirty="0"/>
          </a:p>
        </p:txBody>
      </p:sp>
      <p:sp>
        <p:nvSpPr>
          <p:cNvPr id="21" name="Shape 19"/>
          <p:cNvSpPr/>
          <p:nvPr/>
        </p:nvSpPr>
        <p:spPr>
          <a:xfrm>
            <a:off x="8321040" y="4937760"/>
            <a:ext cx="914400" cy="0"/>
          </a:xfrm>
          <a:prstGeom prst="line">
            <a:avLst/>
          </a:prstGeom>
          <a:noFill/>
          <a:ln w="19050">
            <a:solidFill>
              <a:srgbClr val="E8E9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507492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ENGAGE MEDIO IG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E8E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PORTAFOLIO · SELECTED WORK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80160"/>
            <a:ext cx="64008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TRABAJO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03120"/>
            <a:ext cx="64008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SELECCIONADO.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874520" cy="169164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5262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WINTER CAMP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3246120"/>
            <a:ext cx="1874520" cy="1691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45262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ÁLVARO GARCÍA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3246120"/>
            <a:ext cx="1874520" cy="1691640"/>
          </a:xfrm>
          <a:prstGeom prst="rect">
            <a:avLst/>
          </a:prstGeom>
          <a:solidFill>
            <a:srgbClr val="0A17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5262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OFF SEASON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1874520" cy="1691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63550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ADUCTORES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68880" y="5074920"/>
            <a:ext cx="1874520" cy="169164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06040" y="63550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VALORACIÓN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5074920"/>
            <a:ext cx="1874520" cy="1691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6355080"/>
            <a:ext cx="1600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RIGIDEZ CADERA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3246120"/>
            <a:ext cx="533095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429000"/>
            <a:ext cx="50292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 LA RIGIDEZ A LA RUTINA.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41148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Cada pieza está pensada para enseñar algo concreto del rendimiento. Diseño que comunica, no decora.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5943600"/>
            <a:ext cx="914400" cy="0"/>
          </a:xfrm>
          <a:prstGeom prst="line">
            <a:avLst/>
          </a:prstGeom>
          <a:noFill/>
          <a:ln w="19050">
            <a:solidFill>
              <a:srgbClr val="1C4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40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VER PORTAFOLIO COMPLETO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TESTIMONIO · CLIENT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“</a:t>
            </a:r>
            <a:endParaRPr lang="en-US" sz="18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286000"/>
            <a:ext cx="1051560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PASAMOS DE PUBLICAR LO QUE 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08960"/>
            <a:ext cx="1051560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NOS OCURRÍA A PUBLICAR LO QUE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280160" y="3977640"/>
            <a:ext cx="6949440" cy="822960"/>
          </a:xfrm>
          <a:prstGeom prst="rect">
            <a:avLst/>
          </a:prstGeom>
          <a:solidFill>
            <a:srgbClr val="E8E9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931920"/>
            <a:ext cx="69494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LA GENTE ESPERA.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80160" y="4937760"/>
            <a:ext cx="10515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 engagement se duplicó en dos meses.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80160" y="5669280"/>
            <a:ext cx="457200" cy="36576"/>
          </a:xfrm>
          <a:prstGeom prst="rect">
            <a:avLst/>
          </a:prstGeom>
          <a:solidFill>
            <a:srgbClr val="E8E9EC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5760720"/>
            <a:ext cx="7315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DIRECTOR DEPORTIVO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CLUB FÚTBOL · 2.ª RFEF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E8E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2511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7103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62511" y="6693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7103" y="6528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895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CTA · CONTACTO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371600"/>
            <a:ext cx="10972800" cy="2194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HABLEMOS.</a:t>
            </a:r>
            <a:endParaRPr lang="en-US" sz="170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743200" cy="0"/>
          </a:xfrm>
          <a:prstGeom prst="line">
            <a:avLst/>
          </a:prstGeom>
          <a:noFill/>
          <a:ln w="25400">
            <a:solidFill>
              <a:srgbClr val="1C4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¿Atleta, club, marca? Te montamos el plan visual.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40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MAIL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486400"/>
            <a:ext cx="365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hola@claudedesign.es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40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WEB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486400"/>
            <a:ext cx="365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claudedesign.es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40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INSTA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5486400"/>
            <a:ext cx="365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@claudedesign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11480" y="6355080"/>
            <a:ext cx="11368735" cy="0"/>
          </a:xfrm>
          <a:prstGeom prst="line">
            <a:avLst/>
          </a:prstGeom>
          <a:noFill/>
          <a:ln w="9525">
            <a:solidFill>
              <a:srgbClr val="E8E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6446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446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— Servicios</dc:title>
  <dc:subject>PptxGenJS Presentation</dc:subject>
  <dc:creator>Claude Design</dc:creator>
  <cp:lastModifiedBy>Claude Design</cp:lastModifiedBy>
  <cp:revision>1</cp:revision>
  <dcterms:created xsi:type="dcterms:W3CDTF">2026-05-06T13:12:34Z</dcterms:created>
  <dcterms:modified xsi:type="dcterms:W3CDTF">2026-05-06T13:12:34Z</dcterms:modified>
</cp:coreProperties>
</file>